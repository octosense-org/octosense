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mp4" ContentType="video/mp4"/>
  <Default Extension="png" ContentType="image/png"/>
  <Default Extension="wav" ContentType="audio/wav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audio" Target="../media/media2.wav"/><Relationship Id="rId3" Type="http://schemas.microsoft.com/office/2007/relationships/media" Target="../media/media2.wav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Launch film</a:t>
            </a:r>
          </a:p>
        </p:txBody>
      </p:sp>
      <p:pic>
        <p:nvPicPr>
          <p:cNvPr id="264" name="Video 2" descr="clip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4"/>
          <a:stretch>
            <a:fillRect/>
          </a:stretch>
        </p:blipFill>
        <p:spPr>
          <a:xfrm>
            <a:off x="2540000" y="1524000"/>
            <a:ext cx="7112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Soundtrack</a:t>
            </a:r>
          </a:p>
        </p:txBody>
      </p:sp>
      <p:pic>
        <p:nvPicPr>
          <p:cNvPr id="268" name="Audio 2" descr="tone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4"/>
          <a:stretch>
            <a:fillRect/>
          </a:stretch>
        </p:blipFill>
        <p:spPr>
          <a:xfrm>
            <a:off x="5588000" y="2540000"/>
            <a:ext cx="1016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